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Observe: Q3 revenue is 12,600,000.</a:t>
            </a:r>
          </a:p>
          <a:p/>
          <a:p>
            <a:r>
              <a:t>Analyze: Across 3 months.</a:t>
            </a:r>
          </a:p>
          <a:p/>
          <a:p>
            <a:r>
              <a:t>Synthesize: Healthy quarter; plan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Observe: Sep revenue is 3,900,000.</a:t>
            </a:r>
          </a:p>
          <a:p/>
          <a:p>
            <a:r>
              <a:t>Analyze: Down 7% MoM.</a:t>
            </a:r>
          </a:p>
          <a:p/>
          <a:p>
            <a:r>
              <a:t>Synthesize: Investigate Sep softness.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Observe: Revenue spike of 1,200,000 on Aug 14.</a:t>
            </a:r>
          </a:p>
          <a:p/>
          <a:p>
            <a:r>
              <a:t>Analyze: 340% above mean.</a:t>
            </a:r>
          </a:p>
          <a:p/>
          <a:p>
            <a:r>
              <a:t>Synthesize: Confirm whether one-off or repeatable.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Healthy quarter; plan Q4.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Revenue Trend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rPr sz="1800"/>
              <a:t>Investigate Sep softness.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Dive: Outlier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Confirm whether one-off or repeatable.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Integrity &amp; Exclusions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sections were excluded or modified to ensure accuracy and compliance:</a:t>
            </a:r>
          </a:p>
          <a:p>
            <a:r>
              <a:t>• Margin: Cost column has 40.0% nulls (&gt;15.0%)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